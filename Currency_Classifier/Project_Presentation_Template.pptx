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9" d="100"/>
          <a:sy n="79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814" y="3348572"/>
            <a:ext cx="7772400" cy="1470025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Currency Classifier for the Visually Impaired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8450" y="1908255"/>
            <a:ext cx="7215127" cy="175260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Design Thinking Laboratory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BSDID208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FOR LAB ASSESMENT - 1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2029652" y="812443"/>
            <a:ext cx="5292725" cy="568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1F5F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EAST WEST INSTITUTE OF TECHNOLOGY</a:t>
            </a: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1F5F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(An Autonomous Institution under VTU,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rgbClr val="001F5F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Belagavi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1F5F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Image 1" descr="Grade-Logo-NAAC-AGrade.png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962" y="417271"/>
            <a:ext cx="1163570" cy="11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Image 2" descr="eastwest-logo.png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" y="415290"/>
            <a:ext cx="1185336" cy="115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39470" y="-3131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839470" y="1972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8562" y="4717915"/>
            <a:ext cx="3015574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Members(USN):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Abhijeet [1EW25IS001]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Pradeep [1EW25IS067]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Ganesh [</a:t>
            </a:r>
            <a:r>
              <a:rPr lang="en-US" alt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1EW25IS030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Jagadish [</a:t>
            </a:r>
            <a:r>
              <a:rPr lang="en-US" alt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1EW25IS036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0" y="5165387"/>
            <a:ext cx="2618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Raksha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 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Introduction</a:t>
            </a:r>
            <a:endParaRPr dirty="0"/>
          </a:p>
          <a:p>
            <a:pPr marL="0" indent="0">
              <a:buNone/>
            </a:pPr>
            <a:r>
              <a:rPr dirty="0"/>
              <a:t>2. Problem Statement</a:t>
            </a:r>
            <a:endParaRPr dirty="0"/>
          </a:p>
          <a:p>
            <a:pPr marL="0" indent="0">
              <a:buNone/>
            </a:pPr>
            <a:r>
              <a:rPr dirty="0"/>
              <a:t>3. Project Idea</a:t>
            </a:r>
            <a:endParaRPr dirty="0"/>
          </a:p>
          <a:p>
            <a:pPr marL="0" indent="0">
              <a:buNone/>
            </a:pPr>
            <a:r>
              <a:rPr dirty="0"/>
              <a:t>4. Working Principle</a:t>
            </a:r>
            <a:endParaRPr dirty="0"/>
          </a:p>
          <a:p>
            <a:pPr marL="0" indent="0">
              <a:buNone/>
            </a:pPr>
            <a:r>
              <a:rPr dirty="0"/>
              <a:t>5. Design</a:t>
            </a:r>
            <a:endParaRPr dirty="0"/>
          </a:p>
          <a:p>
            <a:pPr marL="0" indent="0">
              <a:buNone/>
            </a:pPr>
            <a:r>
              <a:rPr dirty="0"/>
              <a:t>6. Components</a:t>
            </a:r>
            <a:endParaRPr dirty="0"/>
          </a:p>
          <a:p>
            <a:pPr marL="0" indent="0">
              <a:buNone/>
            </a:pPr>
            <a:r>
              <a:rPr dirty="0"/>
              <a:t>7. Advantages &amp; Limitations</a:t>
            </a:r>
            <a:endParaRPr dirty="0"/>
          </a:p>
          <a:p>
            <a:pPr marL="0" indent="0">
              <a:buNone/>
            </a:pPr>
            <a:r>
              <a:rPr dirty="0"/>
              <a:t>8. Future Scope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Background</a:t>
            </a:r>
          </a:p>
          <a:p>
            <a:r>
              <a:t>Importance</a:t>
            </a:r>
          </a:p>
          <a:p>
            <a:r>
              <a:t>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(preferably use numbers/percentages)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Problem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(Mood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Improver Bot Project)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Problem (with data):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indicate that nearly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in 5 individuals (≈20%) experience frequent mood fluctuations or stress-related issues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among students and young adults. Additionally, over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60% of students report feeling overwhelmed due to academic pressure and digital fatigue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reduced productivity and mental well-being.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Users: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(school and college level)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professionals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experiencing daily stress, anxiety, or low motivation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Solution: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accessible, personalized, and real-time digital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help users regulate their mood through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recommendations, motivational content, and simple wellness interventions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requiring professional intervention at all times.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Project / Idea </a:t>
            </a:r>
            <a:r>
              <a:rPr dirty="0" smtClean="0"/>
              <a:t>Introduction</a:t>
            </a:r>
            <a:r>
              <a:rPr lang="en-US" dirty="0" smtClean="0"/>
              <a:t> (1-2 slides)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</a:t>
            </a:r>
          </a:p>
          <a:p>
            <a:r>
              <a:t>Objectives</a:t>
            </a:r>
          </a:p>
          <a:p>
            <a:r>
              <a:t>How it solves the problem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Working </a:t>
            </a:r>
            <a:r>
              <a:rPr dirty="0" smtClean="0"/>
              <a:t>Principle</a:t>
            </a:r>
            <a:r>
              <a:rPr lang="en-US" dirty="0" smtClean="0"/>
              <a:t>(2-3 slides)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working</a:t>
            </a:r>
          </a:p>
          <a:p>
            <a:r>
              <a:t>Flow</a:t>
            </a:r>
          </a:p>
          <a:p>
            <a:r>
              <a:t>Logic/Algorithm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Circuit Diagram OR UI/UX Design</a:t>
            </a:r>
          </a:p>
          <a:p>
            <a:r>
              <a:t>(Add image/screens)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/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</a:t>
            </a:r>
          </a:p>
          <a:p>
            <a:r>
              <a:t>Software</a:t>
            </a:r>
          </a:p>
          <a:p>
            <a:r>
              <a:t>Data 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</a:t>
            </a:r>
          </a:p>
          <a:p>
            <a:r>
              <a:t>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Enhancements</a:t>
            </a:r>
          </a:p>
          <a:p>
            <a:r>
              <a:t>Features</a:t>
            </a:r>
          </a:p>
          <a:p>
            <a:r>
              <a:t>Real-world potential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2" y="2917962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1868</Words>
  <Application>WPS Presentation</Application>
  <PresentationFormat>On-screen Show (4:3)</PresentationFormat>
  <Paragraphs>86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Cambria</vt:lpstr>
      <vt:lpstr>Microsoft YaHei</vt:lpstr>
      <vt:lpstr>Arial Unicode MS</vt:lpstr>
      <vt:lpstr>Calibri</vt:lpstr>
      <vt:lpstr>Office Theme</vt:lpstr>
      <vt:lpstr>‘AI Currency Classifier for the Visually Impaired’</vt:lpstr>
      <vt:lpstr>Contents</vt:lpstr>
      <vt:lpstr>Introduction</vt:lpstr>
      <vt:lpstr>Problem Statement</vt:lpstr>
      <vt:lpstr>Project / Idea Introduction (1-2 slides)</vt:lpstr>
      <vt:lpstr>Working Principle(2-3 slides)</vt:lpstr>
      <vt:lpstr>Design</vt:lpstr>
      <vt:lpstr>Components / Sources</vt:lpstr>
      <vt:lpstr>Advantages &amp; Limitations</vt:lpstr>
      <vt:lpstr>Future Scope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/>
  <dc:description>generated using python-pptx</dc:description>
  <cp:lastModifiedBy>LATHA Raj</cp:lastModifiedBy>
  <cp:revision>7</cp:revision>
  <dcterms:created xsi:type="dcterms:W3CDTF">2013-01-27T09:14:00Z</dcterms:created>
  <dcterms:modified xsi:type="dcterms:W3CDTF">2026-05-06T16:07:01Z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0A75258E992345B39665437A365CF1C3_12</vt:lpwstr>
  </property>
</Properties>
</file>